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D1A5-07E6-3854-F528-6588661A5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2E766-59A9-A9A8-D6EB-C226DC1AE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1482F-4D80-CC92-D0DD-FA98E5CA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F35D9-75EF-2CD2-ABD9-48F0EA9E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3D04-EF6B-BFA2-119E-AE00B1A7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922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8AED-E998-4306-D1A2-F3F82D5C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391C-5AE2-22EB-88E6-3439394F8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F0BA6-39E8-35E9-9AE7-206D6AA7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85C8-CAAB-9114-807C-837B74A1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0DCF2-F488-AF70-791D-ACB510C6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0940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C2B0-EF50-6ACE-EDF2-6176470F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3F6AD-F0A6-A15C-E945-B63EE11AC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545C-FC51-CADC-C128-19852DBE9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748D-98E9-73FA-CFC9-C4EC9B42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D307-B3F0-A04B-4492-69E32385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2627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BC4-F9B3-9E7E-58C5-DA9AE89F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BC344-2B76-D067-9648-13FD4A8D4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88972-838C-A47A-13F0-1246ABA1C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1816E-8254-753B-0350-D196BA39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3CCEA-E79C-873A-E746-A0B2FCD8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0FFD0-EA83-3158-08FC-93F9F373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609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5834-9238-4325-FAAB-36CA788F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A9873-2226-26E1-BE64-F191C798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6C85B-0DD1-9C1F-CE07-D4B47495D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5E349-F9DA-3ACE-6D79-C0371E8B7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22B2D-553A-30AA-51D7-2A0C2498F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332D9-4292-4CD1-EDA5-ED980337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FE5C7-8B32-EB0E-A4B9-3D43E5CE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B2BCE5-B147-05FE-EE2E-2FF29EAF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6154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C6FE-B774-A721-EA51-374FEE8C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BE4EE-FFB1-B3FA-1C25-7167B980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E83F0-DD17-9507-07FD-57861E54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13823-2DC2-FF1F-62FB-B9E296FD0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1945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1166E-06AC-D567-AC7A-51FC5DD3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18F3E-C4EB-287F-2E50-E918A99E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59ED1-5B83-EB56-D1CF-CFDCC86D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397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F969-A28B-323A-962F-4365B528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1773D-6034-7EB9-A2EE-C7963BD0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64564-D835-A576-A1AA-5F01312D5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F9B09-DEC7-3F60-409F-716AD70C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0A12A-F504-40E1-A10D-191BD99D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8C681-EC1F-0BBE-A938-AC1ACD19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5716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A926-9B0C-5BDB-A84C-03685825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0E7FF6-2619-19F4-B7EB-42B4A2E2E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E0432-9678-2847-BF9B-B17C7E007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8CEB2-97CE-7B28-B387-3F022C83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5A5D3-DD2E-F101-A138-38466C11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237B3-305A-5E96-2B9F-152D7C29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0780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5F25-6EF4-8826-FA40-4C0890E9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EC551-D9E1-16CA-E1B9-5C158283C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7D55B-73EE-E1D4-2BEA-CFFDB961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CE15E-2E6A-11D6-4B90-359156251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AE9F8-FDC8-F480-29E1-EF74D141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6970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76F5D-080A-CE4A-251C-0FD7B7188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44436-D8CD-67C7-DF06-B741BAB81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5A865-D4A1-186F-8E21-E34A809A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DFA99-2661-5652-AD91-A5EE333C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CD75-20C3-5B6E-A0E2-B883FBBF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0373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A41621-0A5A-E2FA-5159-F65AED92F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E0B75-7CBB-D29B-87C9-BD8D7F539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7CD2-EB94-2476-DD28-75213E11F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F17B7-0A16-475A-AFFE-2377F7DF7889}" type="datetimeFigureOut">
              <a:rPr lang="el-GR" smtClean="0"/>
              <a:t>13/9/2026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6C1D4-9547-3194-33DC-6ABEDC67F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13B97-0ACD-DC1C-7E82-6111DCF89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F1AE5-8A51-4470-B74B-D91F4BAA361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1904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722620D-4E94-5256-1B69-D94D5E72CA80}"/>
              </a:ext>
            </a:extLst>
          </p:cNvPr>
          <p:cNvGrpSpPr/>
          <p:nvPr/>
        </p:nvGrpSpPr>
        <p:grpSpPr>
          <a:xfrm>
            <a:off x="146381" y="1080136"/>
            <a:ext cx="2802193" cy="1445341"/>
            <a:chOff x="2497394" y="344129"/>
            <a:chExt cx="2733367" cy="139618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6482014-40CD-3089-60E2-EAFF399E68E3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25E4F8-43C4-274F-DAD5-73F69F260B29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292388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ΕΡΩΤΗΣΗ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16EAA53-C4A0-9720-DE47-B3940FEE6E16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2B7FAF-21CE-4D3E-75F8-9BAD49B81F99}"/>
                </a:ext>
              </a:extLst>
            </p:cNvPr>
            <p:cNvSpPr txBox="1"/>
            <p:nvPr/>
          </p:nvSpPr>
          <p:spPr>
            <a:xfrm>
              <a:off x="2497395" y="636517"/>
              <a:ext cx="2495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Κωδικός</a:t>
              </a:r>
            </a:p>
            <a:p>
              <a:r>
                <a:rPr lang="el-GR" sz="1200" dirty="0"/>
                <a:t>Περιγραφή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9147CC-4DA8-87C4-AC45-79158A90D729}"/>
              </a:ext>
            </a:extLst>
          </p:cNvPr>
          <p:cNvCxnSpPr>
            <a:cxnSpLocks/>
          </p:cNvCxnSpPr>
          <p:nvPr/>
        </p:nvCxnSpPr>
        <p:spPr>
          <a:xfrm>
            <a:off x="2948574" y="1598225"/>
            <a:ext cx="241819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3F227A-3999-C949-E76E-F916AF17EE83}"/>
              </a:ext>
            </a:extLst>
          </p:cNvPr>
          <p:cNvGrpSpPr/>
          <p:nvPr/>
        </p:nvGrpSpPr>
        <p:grpSpPr>
          <a:xfrm>
            <a:off x="5368710" y="1193203"/>
            <a:ext cx="2487561" cy="1238864"/>
            <a:chOff x="2497394" y="344129"/>
            <a:chExt cx="2733367" cy="139618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3B10A56-0170-ECBF-BE12-BFB4BB1DA625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98E894-17AA-1712-618D-2C8EC0A086EA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292388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ΑΠΑΝΤΗΣΗ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682D921-FCDC-9595-CD2B-6B47518A7AB8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36472E-07A4-2E1F-4432-4EF9A9B05DB3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728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Κωδικός αξιολογούμενου</a:t>
              </a:r>
            </a:p>
            <a:p>
              <a:r>
                <a:rPr lang="el-GR" sz="1200" dirty="0"/>
                <a:t>Κωδικός Ερώτησης</a:t>
              </a:r>
            </a:p>
            <a:p>
              <a:r>
                <a:rPr lang="el-GR" sz="1200" dirty="0"/>
                <a:t>Τύπος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599F80-3D12-5DBD-6C34-157B8CDBC8E8}"/>
              </a:ext>
            </a:extLst>
          </p:cNvPr>
          <p:cNvGrpSpPr/>
          <p:nvPr/>
        </p:nvGrpSpPr>
        <p:grpSpPr>
          <a:xfrm>
            <a:off x="9296698" y="1138068"/>
            <a:ext cx="2802193" cy="1445341"/>
            <a:chOff x="2497394" y="344129"/>
            <a:chExt cx="2733367" cy="1396181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6FBE7CF-9351-9920-02E1-EC66D376A901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28DC31-FE8B-BA41-15CB-9F10789069CA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292388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ΑΞΙΟΛΟΓΟΥΜΕΝΟΣ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2241D10-F173-6AD5-CC1B-290597DD3ED7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0D525F-D7F2-4990-82D4-412C1BE10A8B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624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Κωδικός</a:t>
              </a:r>
            </a:p>
            <a:p>
              <a:r>
                <a:rPr lang="el-GR" sz="1200" dirty="0"/>
                <a:t>Επώνυμο</a:t>
              </a:r>
            </a:p>
            <a:p>
              <a:r>
                <a:rPr lang="el-GR" sz="1200" dirty="0"/>
                <a:t>Όνομα</a:t>
              </a:r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38726C-27D1-C585-807B-1EFAC25ABAA7}"/>
              </a:ext>
            </a:extLst>
          </p:cNvPr>
          <p:cNvCxnSpPr>
            <a:cxnSpLocks/>
          </p:cNvCxnSpPr>
          <p:nvPr/>
        </p:nvCxnSpPr>
        <p:spPr>
          <a:xfrm>
            <a:off x="7842563" y="1558893"/>
            <a:ext cx="1450259" cy="89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C9A909-D3CD-3E29-490F-9665EAD8967B}"/>
              </a:ext>
            </a:extLst>
          </p:cNvPr>
          <p:cNvGrpSpPr/>
          <p:nvPr/>
        </p:nvGrpSpPr>
        <p:grpSpPr>
          <a:xfrm>
            <a:off x="2072063" y="4957376"/>
            <a:ext cx="1818968" cy="1259588"/>
            <a:chOff x="2497394" y="344129"/>
            <a:chExt cx="2733367" cy="139618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7940639-799E-4AB9-46FE-BB7B958E936A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4F0F97-B4F7-6E23-98AE-890BD579A3B9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ΜΙΑ ΛΕΞΗ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A87405F-C343-180C-69F8-E0E7B1151E8C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633B2D2-82BC-FFBC-69DC-83F5C29246B8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520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Εναλλακτικές απαντήσεις</a:t>
              </a:r>
            </a:p>
            <a:p>
              <a:r>
                <a:rPr lang="el-GR" sz="1200" dirty="0"/>
                <a:t>Σωστή απάντηση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FCC104-C6C4-F4C2-98D5-FCAB18CF2535}"/>
              </a:ext>
            </a:extLst>
          </p:cNvPr>
          <p:cNvGrpSpPr/>
          <p:nvPr/>
        </p:nvGrpSpPr>
        <p:grpSpPr>
          <a:xfrm>
            <a:off x="46300" y="4957376"/>
            <a:ext cx="1818968" cy="1259588"/>
            <a:chOff x="2497394" y="344129"/>
            <a:chExt cx="2733367" cy="1396181"/>
          </a:xfrm>
        </p:grpSpPr>
        <p:sp>
          <p:nvSpPr>
            <p:cNvPr id="35" name="Rectangle: Rounded Corners 29">
              <a:extLst>
                <a:ext uri="{FF2B5EF4-FFF2-40B4-BE49-F238E27FC236}">
                  <a16:creationId xmlns:a16="http://schemas.microsoft.com/office/drawing/2014/main" id="{B7031A73-1DF8-1374-DC8F-02201ED7807C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A292FA-408F-9211-FCEC-E1E40B148839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ΠΟΛΛΑΠΛΗΣ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7EEE8D5-E9AD-FEB0-4E2D-F7D194A9BF20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AEB3F5-01A1-9641-BCD7-D06431BBEF18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520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Εναλλακτικές απαντήσεις</a:t>
              </a:r>
            </a:p>
            <a:p>
              <a:r>
                <a:rPr lang="el-GR" sz="1200" dirty="0"/>
                <a:t>Σωστές απαντήσεις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54D1AEB-7DFA-BE99-346C-3F3405E0D0CC}"/>
              </a:ext>
            </a:extLst>
          </p:cNvPr>
          <p:cNvGrpSpPr/>
          <p:nvPr/>
        </p:nvGrpSpPr>
        <p:grpSpPr>
          <a:xfrm>
            <a:off x="4097826" y="4957376"/>
            <a:ext cx="1818968" cy="1259588"/>
            <a:chOff x="2497394" y="344129"/>
            <a:chExt cx="2733367" cy="1396181"/>
          </a:xfrm>
        </p:grpSpPr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01449825-16CB-A8E6-0DCE-359240C48A37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0B2BB3-4DEB-BDED-C1AE-B9DCACBCF443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ΜΕ ΚΕΝΑ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9ACE09-7450-AC41-3ADB-99D675F6AA31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FBDC90-CD6B-C58D-445E-B0E41ED25FBE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520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Λίστα λέξεων</a:t>
              </a:r>
            </a:p>
            <a:p>
              <a:r>
                <a:rPr lang="el-GR" sz="1200" dirty="0"/>
                <a:t>Λέξεις στη σωστή σειράς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A24800-235F-73D5-F897-C33414990BF5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1547478" y="2525477"/>
            <a:ext cx="0" cy="10815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5399C9-1916-2BC9-CA68-01CD0107BE44}"/>
              </a:ext>
            </a:extLst>
          </p:cNvPr>
          <p:cNvCxnSpPr>
            <a:cxnSpLocks/>
          </p:cNvCxnSpPr>
          <p:nvPr/>
        </p:nvCxnSpPr>
        <p:spPr>
          <a:xfrm>
            <a:off x="831306" y="3607025"/>
            <a:ext cx="4176004" cy="3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E341614-65A1-23C2-C4CE-AF295D5C1A99}"/>
              </a:ext>
            </a:extLst>
          </p:cNvPr>
          <p:cNvCxnSpPr>
            <a:cxnSpLocks/>
          </p:cNvCxnSpPr>
          <p:nvPr/>
        </p:nvCxnSpPr>
        <p:spPr>
          <a:xfrm flipV="1">
            <a:off x="2981547" y="3640176"/>
            <a:ext cx="0" cy="131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5C5511-5F16-E736-BB19-C97D00704334}"/>
              </a:ext>
            </a:extLst>
          </p:cNvPr>
          <p:cNvCxnSpPr>
            <a:cxnSpLocks/>
          </p:cNvCxnSpPr>
          <p:nvPr/>
        </p:nvCxnSpPr>
        <p:spPr>
          <a:xfrm flipV="1">
            <a:off x="850970" y="3623600"/>
            <a:ext cx="0" cy="13337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5CE679D-B817-C95D-BA2C-83E3927C8666}"/>
              </a:ext>
            </a:extLst>
          </p:cNvPr>
          <p:cNvCxnSpPr>
            <a:cxnSpLocks/>
          </p:cNvCxnSpPr>
          <p:nvPr/>
        </p:nvCxnSpPr>
        <p:spPr>
          <a:xfrm flipV="1">
            <a:off x="5007310" y="3640176"/>
            <a:ext cx="0" cy="131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FF225A2-FE9E-478A-1F72-279535AC23D8}"/>
              </a:ext>
            </a:extLst>
          </p:cNvPr>
          <p:cNvGrpSpPr/>
          <p:nvPr/>
        </p:nvGrpSpPr>
        <p:grpSpPr>
          <a:xfrm>
            <a:off x="8273829" y="4957375"/>
            <a:ext cx="1818968" cy="1259588"/>
            <a:chOff x="2497394" y="344129"/>
            <a:chExt cx="2733367" cy="1396181"/>
          </a:xfrm>
        </p:grpSpPr>
        <p:sp>
          <p:nvSpPr>
            <p:cNvPr id="90" name="Rectangle: Rounded Corners 29">
              <a:extLst>
                <a:ext uri="{FF2B5EF4-FFF2-40B4-BE49-F238E27FC236}">
                  <a16:creationId xmlns:a16="http://schemas.microsoft.com/office/drawing/2014/main" id="{688CA8EC-7F7A-902D-866C-5E2D3277692A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708295A-298C-3BD7-8190-4BAFAD414608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ΜΙΑ ΛΕΞΗ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7C73AA6-33FC-6E03-EDC7-18AC48E6BDB3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C4C5E54-7EBE-A01A-0CDF-7AC5EB5E1703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307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Λέξη απάντηση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C20B3A4-4074-7C6C-EB8D-F108B1B26A7C}"/>
              </a:ext>
            </a:extLst>
          </p:cNvPr>
          <p:cNvGrpSpPr/>
          <p:nvPr/>
        </p:nvGrpSpPr>
        <p:grpSpPr>
          <a:xfrm>
            <a:off x="6248066" y="4957375"/>
            <a:ext cx="1818968" cy="1259588"/>
            <a:chOff x="2497394" y="344129"/>
            <a:chExt cx="2733367" cy="1396181"/>
          </a:xfrm>
        </p:grpSpPr>
        <p:sp>
          <p:nvSpPr>
            <p:cNvPr id="95" name="Rectangle: Rounded Corners 29">
              <a:extLst>
                <a:ext uri="{FF2B5EF4-FFF2-40B4-BE49-F238E27FC236}">
                  <a16:creationId xmlns:a16="http://schemas.microsoft.com/office/drawing/2014/main" id="{CC7D2602-7478-2662-5698-15E4E02D8A8A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5257A50-F2C8-8FA4-0CED-207CABFF9282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ΠΟΛΛΑΠΛΗΣ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2119BE2-8522-2651-8951-72E29580624B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3E0627B-8866-2AED-E36A-A86EDE66FCD2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307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Λίστα απαντήσεων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470B736-A986-3798-619D-6317A5DB1D53}"/>
              </a:ext>
            </a:extLst>
          </p:cNvPr>
          <p:cNvGrpSpPr/>
          <p:nvPr/>
        </p:nvGrpSpPr>
        <p:grpSpPr>
          <a:xfrm>
            <a:off x="10299592" y="4957375"/>
            <a:ext cx="1818968" cy="1259588"/>
            <a:chOff x="2497394" y="344129"/>
            <a:chExt cx="2733367" cy="1396181"/>
          </a:xfrm>
        </p:grpSpPr>
        <p:sp>
          <p:nvSpPr>
            <p:cNvPr id="100" name="Rectangle: Rounded Corners 29">
              <a:extLst>
                <a:ext uri="{FF2B5EF4-FFF2-40B4-BE49-F238E27FC236}">
                  <a16:creationId xmlns:a16="http://schemas.microsoft.com/office/drawing/2014/main" id="{2D6FD22D-DF60-258D-24A0-84A7F1EE3271}"/>
                </a:ext>
              </a:extLst>
            </p:cNvPr>
            <p:cNvSpPr/>
            <p:nvPr/>
          </p:nvSpPr>
          <p:spPr>
            <a:xfrm>
              <a:off x="2497394" y="344129"/>
              <a:ext cx="2733367" cy="139618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accent1">
                  <a:shade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l-GR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2D2C419-1967-1CAF-0503-5A0B28B29A85}"/>
                </a:ext>
              </a:extLst>
            </p:cNvPr>
            <p:cNvSpPr txBox="1"/>
            <p:nvPr/>
          </p:nvSpPr>
          <p:spPr>
            <a:xfrm>
              <a:off x="2630129" y="344129"/>
              <a:ext cx="2467896" cy="329517"/>
            </a:xfrm>
            <a:prstGeom prst="rect">
              <a:avLst/>
            </a:prstGeom>
            <a:noFill/>
            <a:ln>
              <a:noFill/>
              <a:beve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300" b="1" dirty="0"/>
                <a:t>ΜΕ ΚΕΝΑ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AC67E63-A187-F9DB-6039-20B014EE313F}"/>
                </a:ext>
              </a:extLst>
            </p:cNvPr>
            <p:cNvCxnSpPr/>
            <p:nvPr/>
          </p:nvCxnSpPr>
          <p:spPr>
            <a:xfrm>
              <a:off x="2497394" y="599770"/>
              <a:ext cx="27333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48058AB-DC6E-7111-E95E-F2869C12462F}"/>
                </a:ext>
              </a:extLst>
            </p:cNvPr>
            <p:cNvSpPr txBox="1"/>
            <p:nvPr/>
          </p:nvSpPr>
          <p:spPr>
            <a:xfrm>
              <a:off x="2497394" y="636517"/>
              <a:ext cx="2733367" cy="511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/>
                <a:t>Τοποθέτηση των λέξεων από τον αξιολογούμενο</a:t>
              </a: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967532D-1ACF-FA42-1B6E-C3AB5DB86E5E}"/>
              </a:ext>
            </a:extLst>
          </p:cNvPr>
          <p:cNvCxnSpPr>
            <a:cxnSpLocks/>
          </p:cNvCxnSpPr>
          <p:nvPr/>
        </p:nvCxnSpPr>
        <p:spPr>
          <a:xfrm>
            <a:off x="7033072" y="3607024"/>
            <a:ext cx="4176004" cy="331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4257210-BBA8-16EC-1FC2-CCCD2AECAE21}"/>
              </a:ext>
            </a:extLst>
          </p:cNvPr>
          <p:cNvCxnSpPr>
            <a:cxnSpLocks/>
          </p:cNvCxnSpPr>
          <p:nvPr/>
        </p:nvCxnSpPr>
        <p:spPr>
          <a:xfrm flipV="1">
            <a:off x="9183313" y="3640175"/>
            <a:ext cx="0" cy="131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0BF1F9A-3BA2-5DA9-E97D-572042C59238}"/>
              </a:ext>
            </a:extLst>
          </p:cNvPr>
          <p:cNvCxnSpPr>
            <a:cxnSpLocks/>
          </p:cNvCxnSpPr>
          <p:nvPr/>
        </p:nvCxnSpPr>
        <p:spPr>
          <a:xfrm flipV="1">
            <a:off x="7052736" y="3623599"/>
            <a:ext cx="0" cy="13337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438EE85-F14B-9B92-5CC6-1ACAAA1193C0}"/>
              </a:ext>
            </a:extLst>
          </p:cNvPr>
          <p:cNvCxnSpPr>
            <a:cxnSpLocks/>
          </p:cNvCxnSpPr>
          <p:nvPr/>
        </p:nvCxnSpPr>
        <p:spPr>
          <a:xfrm flipV="1">
            <a:off x="11209076" y="3640175"/>
            <a:ext cx="0" cy="1317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F9CC95D4-76C0-8C4C-2163-147257662A15}"/>
              </a:ext>
            </a:extLst>
          </p:cNvPr>
          <p:cNvCxnSpPr>
            <a:cxnSpLocks/>
          </p:cNvCxnSpPr>
          <p:nvPr/>
        </p:nvCxnSpPr>
        <p:spPr>
          <a:xfrm flipV="1">
            <a:off x="7451748" y="2432067"/>
            <a:ext cx="0" cy="117495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CE256BF-59FA-7322-A563-BE037C232D59}"/>
              </a:ext>
            </a:extLst>
          </p:cNvPr>
          <p:cNvSpPr txBox="1"/>
          <p:nvPr/>
        </p:nvSpPr>
        <p:spPr>
          <a:xfrm>
            <a:off x="2919308" y="1282653"/>
            <a:ext cx="2995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0" b="1" dirty="0"/>
              <a:t>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9C48E3A-8875-07BC-B3EF-3FC061A39099}"/>
              </a:ext>
            </a:extLst>
          </p:cNvPr>
          <p:cNvSpPr txBox="1"/>
          <p:nvPr/>
        </p:nvSpPr>
        <p:spPr>
          <a:xfrm>
            <a:off x="5069142" y="1249298"/>
            <a:ext cx="2995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0" b="1" dirty="0"/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9C1845-E1BF-A852-8FE5-588F8FB678E8}"/>
              </a:ext>
            </a:extLst>
          </p:cNvPr>
          <p:cNvSpPr txBox="1"/>
          <p:nvPr/>
        </p:nvSpPr>
        <p:spPr>
          <a:xfrm>
            <a:off x="7842565" y="1232829"/>
            <a:ext cx="2995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0" b="1" dirty="0"/>
              <a:t>*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848DA70-853F-FB3C-169A-B4B71891D07C}"/>
              </a:ext>
            </a:extLst>
          </p:cNvPr>
          <p:cNvSpPr txBox="1"/>
          <p:nvPr/>
        </p:nvSpPr>
        <p:spPr>
          <a:xfrm>
            <a:off x="9014268" y="1238902"/>
            <a:ext cx="29956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0" b="1" dirty="0"/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32FD9C0-4299-738A-9E1B-EE15E28F765B}"/>
              </a:ext>
            </a:extLst>
          </p:cNvPr>
          <p:cNvSpPr txBox="1"/>
          <p:nvPr/>
        </p:nvSpPr>
        <p:spPr>
          <a:xfrm>
            <a:off x="3891031" y="127322"/>
            <a:ext cx="38444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200" b="1" dirty="0"/>
              <a:t>ΔΙΑΓΡΑΜΜΑΤΑ ΚΛΑΣΕΩΝ</a:t>
            </a:r>
          </a:p>
        </p:txBody>
      </p:sp>
    </p:spTree>
    <p:extLst>
      <p:ext uri="{BB962C8B-B14F-4D97-AF65-F5344CB8AC3E}">
        <p14:creationId xmlns:p14="http://schemas.microsoft.com/office/powerpoint/2010/main" val="370786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2" grpId="0"/>
      <p:bldP spid="116" grpId="0"/>
      <p:bldP spid="118" grpId="0"/>
      <p:bldP spid="1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53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IOANNIS MONOCHOLIAS</dc:creator>
  <cp:lastModifiedBy>IOANNIS MONOCHOLIAS</cp:lastModifiedBy>
  <cp:revision>5</cp:revision>
  <dcterms:created xsi:type="dcterms:W3CDTF">2024-09-05T18:46:40Z</dcterms:created>
  <dcterms:modified xsi:type="dcterms:W3CDTF">2026-09-13T13:21:41Z</dcterms:modified>
</cp:coreProperties>
</file>